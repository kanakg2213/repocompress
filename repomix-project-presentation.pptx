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1D26"/>
          </a:solidFill>
          <a:ln w="12700">
            <a:solidFill>
              <a:srgbClr val="161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1111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30" kern="0" dirty="0">
                <a:solidFill>
                  <a:srgbClr val="84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REPOMIX  /  AI-FRIENDLY REPOSITORY PACKING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05840"/>
            <a:ext cx="4297680" cy="4297680"/>
          </a:xfrm>
          <a:prstGeom prst="arc">
            <a:avLst/>
          </a:prstGeom>
          <a:solidFill>
            <a:srgbClr val="0D1117">
              <a:alpha val="0"/>
            </a:srgbClr>
          </a:solidFill>
          <a:ln w="25400">
            <a:solidFill>
              <a:srgbClr val="FF7A18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-320040"/>
            <a:ext cx="2926080" cy="2926080"/>
          </a:xfrm>
          <a:prstGeom prst="arc">
            <a:avLst/>
          </a:prstGeom>
          <a:solidFill>
            <a:srgbClr val="0D1117">
              <a:alpha val="0"/>
            </a:srgbClr>
          </a:solidFill>
          <a:ln w="15240">
            <a:solidFill>
              <a:srgbClr val="5ED8FF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607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REPOMIX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7A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repository to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7A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AI-ready context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3218688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8B8"/>
                </a:solidFill>
              </a:rPr>
              <a:t>A practical walkthrough of packing, compression, web processing, and security-aware output.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224528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5ED8FF"/>
          </a:solidFill>
          <a:ln w="12700">
            <a:solidFill>
              <a:srgbClr val="5ED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4283964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PROJECT PRESENTATION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4736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7FA"/>
                </a:solidFill>
              </a:rPr>
              <a:t>One codebase. One context file. Better conversations with AI.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99248" y="2816352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31272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AA8B8"/>
                </a:solidFill>
              </a:rPr>
              <a:t>REPOSITORY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28116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7A18"/>
                </a:solidFill>
              </a:rPr>
              <a:t>→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738360" y="3127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9AA8B8"/>
                </a:solidFill>
              </a:rPr>
              <a:t>AI CONTEXT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01000" y="4160520"/>
            <a:ext cx="2788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D8FF"/>
                </a:solidFill>
              </a:rPr>
              <a:t>XML  ·  Markdown  ·  JSON  ·  Plain text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01 / THE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pack a repository at all?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AI tools work better when the relevant codebase arrives as one coherent context.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1993392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993392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04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D8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2651760" cy="0"/>
          </a:xfrm>
          <a:prstGeom prst="line">
            <a:avLst/>
          </a:prstGeom>
          <a:noFill/>
          <a:ln w="12700">
            <a:solidFill>
              <a:srgbClr val="2B39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809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Many files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2651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8B8"/>
                </a:solidFill>
              </a:rPr>
              <a:t>Source, tests, configuration, and docs are scattered across a tree.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304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8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2651760" cy="0"/>
          </a:xfrm>
          <a:prstGeom prst="line">
            <a:avLst/>
          </a:prstGeom>
          <a:noFill/>
          <a:ln w="12700">
            <a:solidFill>
              <a:srgbClr val="2B39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809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One context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54880" y="3547872"/>
            <a:ext cx="2651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8B8"/>
                </a:solidFill>
              </a:rPr>
              <a:t>Repomix preserves paths and structure while merging content.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2304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8A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95360" y="2743200"/>
            <a:ext cx="2651760" cy="0"/>
          </a:xfrm>
          <a:prstGeom prst="line">
            <a:avLst/>
          </a:prstGeom>
          <a:noFill/>
          <a:ln w="12700">
            <a:solidFill>
              <a:srgbClr val="2B39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9809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Useful answers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95360" y="3547872"/>
            <a:ext cx="2651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8B8"/>
                </a:solidFill>
              </a:rPr>
              <a:t>Claude, ChatGPT, and other AI tools can reason across the project.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26080" y="5870448"/>
            <a:ext cx="6309360" cy="475488"/>
          </a:xfrm>
          <a:prstGeom prst="roundRect">
            <a:avLst>
              <a:gd name="adj" fmla="val 7692"/>
            </a:avLst>
          </a:prstGeom>
          <a:solidFill>
            <a:srgbClr val="0A0F14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5870448"/>
            <a:ext cx="64008" cy="475488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598932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  →  repomix-output.md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02 /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ways to create the pack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The same packager supports local folders, GitHub repositories, and command-line pipelines.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2971800" cy="3337560"/>
          </a:xfrm>
          <a:prstGeom prst="roundRect">
            <a:avLst>
              <a:gd name="adj" fmla="val 2462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23160"/>
            <a:ext cx="594360" cy="594360"/>
          </a:xfrm>
          <a:prstGeom prst="ellipse">
            <a:avLst/>
          </a:prstGeom>
          <a:solidFill>
            <a:srgbClr val="5ED8FF"/>
          </a:solidFill>
          <a:ln w="12700">
            <a:solidFill>
              <a:srgbClr val="5ED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8775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551176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ED8FF"/>
                </a:solidFill>
              </a:rPr>
              <a:t>LOCAL FOLDER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Upload a folder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or ZIP archive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4315968"/>
            <a:ext cx="2377440" cy="0"/>
          </a:xfrm>
          <a:prstGeom prst="line">
            <a:avLst/>
          </a:prstGeom>
          <a:noFill/>
          <a:ln w="12700">
            <a:solidFill>
              <a:srgbClr val="2B39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617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→ ZIP →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057400"/>
            <a:ext cx="2971800" cy="3337560"/>
          </a:xfrm>
          <a:prstGeom prst="roundRect">
            <a:avLst>
              <a:gd name="adj" fmla="val 2462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423160"/>
            <a:ext cx="594360" cy="594360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58775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551176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7A18"/>
                </a:solidFill>
              </a:rPr>
              <a:t>GITHUB URL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Paste a public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repository link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26280" y="4315968"/>
            <a:ext cx="2377440" cy="0"/>
          </a:xfrm>
          <a:prstGeom prst="line">
            <a:avLst/>
          </a:prstGeom>
          <a:noFill/>
          <a:ln w="12700">
            <a:solidFill>
              <a:srgbClr val="2B39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617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→ clone → pack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057400"/>
            <a:ext cx="2971800" cy="3337560"/>
          </a:xfrm>
          <a:prstGeom prst="roundRect">
            <a:avLst>
              <a:gd name="adj" fmla="val 2462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2423160"/>
            <a:ext cx="594360" cy="594360"/>
          </a:xfrm>
          <a:prstGeom prst="ellipse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58775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23960" y="2551176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68A"/>
                </a:solidFill>
              </a:rPr>
              <a:t>CLI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Run locally 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in automation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046720" y="4315968"/>
            <a:ext cx="2377440" cy="0"/>
          </a:xfrm>
          <a:prstGeom prst="line">
            <a:avLst/>
          </a:prstGeom>
          <a:noFill/>
          <a:ln w="12700">
            <a:solidFill>
              <a:srgbClr val="2B39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617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repomix --compress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3447288"/>
            <a:ext cx="347472" cy="310896"/>
          </a:xfrm>
          <a:prstGeom prst="chevron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447288"/>
            <a:ext cx="347472" cy="310896"/>
          </a:xfrm>
          <a:prstGeom prst="chevron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03 /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Repomix puts into one file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The output is structured for both humans and language models.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4572000" cy="4160520"/>
          </a:xfrm>
          <a:prstGeom prst="roundRect">
            <a:avLst>
              <a:gd name="adj" fmla="val 1758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7A18"/>
                </a:solidFill>
              </a:rPr>
              <a:t>PACKED 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2743200"/>
            <a:ext cx="4023360" cy="438912"/>
          </a:xfrm>
          <a:prstGeom prst="roundRect">
            <a:avLst>
              <a:gd name="adj" fmla="val 8333"/>
            </a:avLst>
          </a:prstGeom>
          <a:solidFill>
            <a:srgbClr val="1A242F"/>
          </a:solidFill>
          <a:ln w="7620">
            <a:solidFill>
              <a:srgbClr val="2B39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87121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&lt;file_summary&gt;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288036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8"/>
                </a:solidFill>
              </a:rPr>
              <a:t>project metadata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3383280"/>
            <a:ext cx="4023360" cy="438912"/>
          </a:xfrm>
          <a:prstGeom prst="roundRect">
            <a:avLst>
              <a:gd name="adj" fmla="val 8333"/>
            </a:avLst>
          </a:prstGeom>
          <a:solidFill>
            <a:srgbClr val="1A242F"/>
          </a:solidFill>
          <a:ln w="7620">
            <a:solidFill>
              <a:srgbClr val="2B39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51129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&lt;directory_structure&gt;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352044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8"/>
                </a:solidFill>
              </a:rPr>
              <a:t>repository map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4023360"/>
            <a:ext cx="4023360" cy="438912"/>
          </a:xfrm>
          <a:prstGeom prst="roundRect">
            <a:avLst>
              <a:gd name="adj" fmla="val 8333"/>
            </a:avLst>
          </a:prstGeom>
          <a:solidFill>
            <a:srgbClr val="253545"/>
          </a:solidFill>
          <a:ln w="7620">
            <a:solidFill>
              <a:srgbClr val="2B39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15137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&lt;files&gt;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416052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8"/>
                </a:solidFill>
              </a:rPr>
              <a:t>path +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4663440"/>
            <a:ext cx="4023360" cy="438912"/>
          </a:xfrm>
          <a:prstGeom prst="roundRect">
            <a:avLst>
              <a:gd name="adj" fmla="val 8333"/>
            </a:avLst>
          </a:prstGeom>
          <a:solidFill>
            <a:srgbClr val="1A242F"/>
          </a:solidFill>
          <a:ln w="7620">
            <a:solidFill>
              <a:srgbClr val="2B39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79145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480060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8"/>
                </a:solidFill>
              </a:rPr>
              <a:t>optional guidance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1901952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1D2733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2128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ED8FF"/>
                </a:solidFill>
              </a:rPr>
              <a:t>CHOOSE THE FORMAT FOR THE JOB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27432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XML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277063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</a:rPr>
              <a:t>structured AI context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3364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Markdown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339242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</a:rPr>
              <a:t>human-readable review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3986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JSON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40142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</a:rPr>
              <a:t>programmatic processing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44768" y="46085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Plain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60920" y="463600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</a:rPr>
              <a:t>simple text pipelines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04 / COMPRESSION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Smaller context, preserved structure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Compression is code-aware reduction, not ZIP compression.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201168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591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AA8B8"/>
                </a:solidFill>
              </a:rPr>
              <a:t>WITHOUT --compress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Full implementation detail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20624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4470" indent="-204470">
              <a:buSzPct val="100000"/>
              <a:buChar char="•"/>
            </a:pPr>
            <a:r>
              <a:rPr lang="en-US" sz="1400" dirty="0">
                <a:solidFill>
                  <a:srgbClr val="9AA8B8"/>
                </a:solidFill>
              </a:rPr>
              <a:t>Complete source content</a:t>
            </a:r>
            <a:endParaRPr lang="en-US" sz="1400" dirty="0"/>
          </a:p>
          <a:p>
            <a:pPr marL="204470" indent="-204470">
              <a:buSzPct val="100000"/>
              <a:buChar char="•"/>
            </a:pPr>
            <a:r>
              <a:rPr lang="en-US" sz="1400" dirty="0">
                <a:solidFill>
                  <a:srgbClr val="9AA8B8"/>
                </a:solidFill>
              </a:rPr>
              <a:t>Best for exact refactoring</a:t>
            </a:r>
            <a:endParaRPr lang="en-US" sz="1400" dirty="0"/>
          </a:p>
          <a:p>
            <a:pPr marL="204470" indent="-204470">
              <a:buSzPct val="100000"/>
              <a:buChar char="•"/>
            </a:pPr>
            <a:r>
              <a:rPr lang="en-US" sz="1400" dirty="0">
                <a:solidFill>
                  <a:srgbClr val="9AA8B8"/>
                </a:solidFill>
              </a:rPr>
              <a:t>Higher token count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3591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18"/>
                </a:solidFill>
              </a:rPr>
              <a:t>WITH --compress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A"/>
                </a:solidFill>
              </a:rPr>
              <a:t>Essential code structure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83680" y="3429000"/>
            <a:ext cx="420624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4470" indent="-204470">
              <a:buSzPct val="100000"/>
              <a:buChar char="•"/>
            </a:pPr>
            <a:r>
              <a:rPr lang="en-US" sz="1400" dirty="0">
                <a:solidFill>
                  <a:srgbClr val="9AA8B8"/>
                </a:solidFill>
              </a:rPr>
              <a:t>Classes, functions, interfaces</a:t>
            </a:r>
            <a:endParaRPr lang="en-US" sz="1400" dirty="0"/>
          </a:p>
          <a:p>
            <a:pPr marL="204470" indent="-204470">
              <a:buSzPct val="100000"/>
              <a:buChar char="•"/>
            </a:pPr>
            <a:r>
              <a:rPr lang="en-US" sz="1400" dirty="0">
                <a:solidFill>
                  <a:srgbClr val="9AA8B8"/>
                </a:solidFill>
              </a:rPr>
              <a:t>Good for architecture review</a:t>
            </a:r>
            <a:endParaRPr lang="en-US" sz="1400" dirty="0"/>
          </a:p>
          <a:p>
            <a:pPr marL="204470" indent="-204470">
              <a:buSzPct val="100000"/>
              <a:buChar char="•"/>
            </a:pPr>
            <a:r>
              <a:rPr lang="en-US" sz="1400" dirty="0">
                <a:solidFill>
                  <a:srgbClr val="9AA8B8"/>
                </a:solidFill>
              </a:rPr>
              <a:t>Reduced token usage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99232" y="5870448"/>
            <a:ext cx="6172200" cy="475488"/>
          </a:xfrm>
          <a:prstGeom prst="roundRect">
            <a:avLst>
              <a:gd name="adj" fmla="val 7692"/>
            </a:avLst>
          </a:prstGeom>
          <a:solidFill>
            <a:srgbClr val="0A0F14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5870448"/>
            <a:ext cx="64008" cy="475488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5989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repomix --compress --style markdown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05 /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Scan: detect, exclude, explain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The feature protects the generated context without displaying secret values.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960120" cy="960120"/>
          </a:xfrm>
          <a:prstGeom prst="ellipse">
            <a:avLst/>
          </a:prstGeom>
          <a:solidFill>
            <a:srgbClr val="5ED8FF"/>
          </a:solidFill>
          <a:ln w="12700">
            <a:solidFill>
              <a:srgbClr val="5E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420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117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057400" y="23317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D8FF"/>
                </a:solidFill>
              </a:rPr>
              <a:t>SCAN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267919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</a:rPr>
              <a:t>Secretlint +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</a:rPr>
              <a:t>credential patterns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94760" y="2560320"/>
            <a:ext cx="420624" cy="310896"/>
          </a:xfrm>
          <a:prstGeom prst="chevron">
            <a:avLst/>
          </a:prstGeom>
          <a:solidFill>
            <a:srgbClr val="2B3948"/>
          </a:solidFill>
          <a:ln w="12700">
            <a:solidFill>
              <a:srgbClr val="2B39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240280"/>
            <a:ext cx="960120" cy="960120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5420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117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852160" y="23317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7A18"/>
                </a:solidFill>
              </a:rPr>
              <a:t>FILTER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267919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</a:rPr>
              <a:t>Suspicious files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</a:rPr>
              <a:t>leave the output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89520" y="2560320"/>
            <a:ext cx="420624" cy="310896"/>
          </a:xfrm>
          <a:prstGeom prst="chevron">
            <a:avLst/>
          </a:prstGeom>
          <a:solidFill>
            <a:srgbClr val="2B3948"/>
          </a:solidFill>
          <a:ln w="12700">
            <a:solidFill>
              <a:srgbClr val="2B39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240280"/>
            <a:ext cx="960120" cy="960120"/>
          </a:xfrm>
          <a:prstGeom prst="ellipse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5420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117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46920" y="23317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4D68A"/>
                </a:solidFill>
              </a:rPr>
              <a:t>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46920" y="267919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</a:rPr>
              <a:t>File path +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</a:rPr>
              <a:t>line numbers only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10378440" cy="1143000"/>
          </a:xfrm>
          <a:prstGeom prst="roundRect">
            <a:avLst>
              <a:gd name="adj" fmla="val 6400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41655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Example warning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438912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A"/>
                </a:solidFill>
              </a:rPr>
              <a:t>Potential sensitive information detected  ·  .env  ·  Line 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477316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8"/>
                </a:solidFill>
              </a:rPr>
              <a:t>The key itself is never returned to the browser.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06 /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Ignore exactly what you do not need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Patterns are comma-separated glob expressions.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04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7A18"/>
                </a:solidFill>
              </a:rPr>
              <a:t>WEBSITE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87552" y="2743200"/>
            <a:ext cx="4434840" cy="658368"/>
          </a:xfrm>
          <a:prstGeom prst="roundRect">
            <a:avLst>
              <a:gd name="adj" fmla="val 5556"/>
            </a:avLst>
          </a:prstGeom>
          <a:solidFill>
            <a:srgbClr val="0A0F14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743200"/>
            <a:ext cx="64008" cy="658368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8620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node_modules/**,**/.env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Comma-separated patterns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can target folders or files.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</a:rPr>
              <a:t>Use /** for everything inside a folder.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1D2733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042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ED8FF"/>
                </a:solidFill>
              </a:rPr>
              <a:t>PATTERN CHEAT SHEET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data/**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0" y="276148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B8"/>
                </a:solidFill>
              </a:rPr>
              <a:t>folder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310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**/*.log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0" y="332841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B8"/>
                </a:solidFill>
              </a:rPr>
              <a:t>extension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8770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config/secrets.json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389534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B8"/>
                </a:solidFill>
              </a:rPr>
              <a:t>file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4439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src/tmp/**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0" y="446227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B8"/>
                </a:solidFill>
              </a:rPr>
              <a:t>nested folder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07 / ENGINEERING FIXES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solved in the working demo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The final workflow is local, testable, and consistent across input types.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73152" cy="1417320"/>
          </a:xfrm>
          <a:prstGeom prst="rect">
            <a:avLst/>
          </a:prstGeom>
          <a:solidFill>
            <a:srgbClr val="5ED8FF"/>
          </a:solidFill>
          <a:ln w="12700">
            <a:solidFill>
              <a:srgbClr val="5ED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317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Website API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71800" y="230428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8B8"/>
                </a:solidFill>
              </a:rPr>
              <a:t>Restored the local backend and fixed localhost / 127.0.0.1 CORS.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057400"/>
            <a:ext cx="73152" cy="141732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317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Public GitHub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200" y="230428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8B8"/>
                </a:solidFill>
              </a:rPr>
              <a:t>Handled Apple Silicon / Rosetta Git execution during cloning.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977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77640"/>
            <a:ext cx="73152" cy="1417320"/>
          </a:xfrm>
          <a:prstGeom prst="rect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519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Large uploads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71800" y="422452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8B8"/>
                </a:solidFill>
              </a:rPr>
              <a:t>Removed artificial size, file-count, and processing time limits.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977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61D26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977640"/>
            <a:ext cx="73152" cy="1417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519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Security UX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58200" y="422452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8B8"/>
                </a:solidFill>
              </a:rPr>
              <a:t>Added scan toggle, ignored-file handling, and line-level warnings.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A18"/>
                </a:solidFill>
              </a:rPr>
              <a:t>08 / DEMONSTRATION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professor-ready demo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8B8"/>
                </a:solidFill>
              </a:rPr>
              <a:t>Show the capability in under two minutes.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5ED8FF"/>
          </a:solidFill>
          <a:ln w="12700">
            <a:solidFill>
              <a:srgbClr val="5E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Paste a public GitHub URL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0" y="2048256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2505456"/>
            <a:ext cx="8412480" cy="0"/>
          </a:xfrm>
          <a:prstGeom prst="line">
            <a:avLst/>
          </a:prstGeom>
          <a:noFill/>
          <a:ln w="10160">
            <a:solidFill>
              <a:srgbClr val="2B39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889504"/>
            <a:ext cx="502920" cy="502920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449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9077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Enable Security Scan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0" y="294436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Processing Options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3401568"/>
            <a:ext cx="8412480" cy="0"/>
          </a:xfrm>
          <a:prstGeom prst="line">
            <a:avLst/>
          </a:prstGeom>
          <a:noFill/>
          <a:ln w="10160">
            <a:solidFill>
              <a:srgbClr val="2B39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785616"/>
            <a:ext cx="502920" cy="502920"/>
          </a:xfrm>
          <a:prstGeom prst="ellipse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4106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38039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Pack the repository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0" y="384048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cloning → 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91640" y="4297680"/>
            <a:ext cx="8412480" cy="0"/>
          </a:xfrm>
          <a:prstGeom prst="line">
            <a:avLst/>
          </a:prstGeom>
          <a:noFill/>
          <a:ln w="10160">
            <a:solidFill>
              <a:srgbClr val="2B39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681728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3717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47000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A"/>
                </a:solidFill>
              </a:rPr>
              <a:t>Open Security Alert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0" y="4736592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path + line, no secret 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91640" y="5193792"/>
            <a:ext cx="8412480" cy="0"/>
          </a:xfrm>
          <a:prstGeom prst="line">
            <a:avLst/>
          </a:prstGeom>
          <a:noFill/>
          <a:ln w="10160">
            <a:solidFill>
              <a:srgbClr val="2B39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669280"/>
            <a:ext cx="10332720" cy="493776"/>
          </a:xfrm>
          <a:prstGeom prst="roundRect">
            <a:avLst>
              <a:gd name="adj" fmla="val 14815"/>
            </a:avLst>
          </a:prstGeom>
          <a:solidFill>
            <a:srgbClr val="1D2733"/>
          </a:solidFill>
          <a:ln w="10160">
            <a:solidFill>
              <a:srgbClr val="2B39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83387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8"/>
                </a:solidFill>
              </a:rPr>
              <a:t>Takeaway: Repomix turns a messy repository into focused, explainable AI context.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2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Repomix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Repomix: From Repository to AI Context</dc:title>
  <dc:subject>Repomix website and security scanning</dc:subject>
  <dc:creator>Repomix</dc:creator>
  <cp:lastModifiedBy>Repomix</cp:lastModifiedBy>
  <cp:revision>1</cp:revision>
  <dcterms:created xsi:type="dcterms:W3CDTF">2026-09-14T19:06:37Z</dcterms:created>
  <dcterms:modified xsi:type="dcterms:W3CDTF">2026-09-14T19:06:37Z</dcterms:modified>
</cp:coreProperties>
</file>